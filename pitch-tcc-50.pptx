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IME-USP · BACHARELADO EM CIÊNCIA DA COMPUTAÇÃO · MAC0499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um Pipeline Multiagente Baseado em TDD com Validação Comportamental via Computer Using Agents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82296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Progresso — 50%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83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NUSP 13672752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4983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Orientadores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Paulo Meirelles — IME-USP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Jorge Melegati — Universidade do Porto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011680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95728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6" name="Text 4"/>
          <p:cNvSpPr/>
          <p:nvPr/>
        </p:nvSpPr>
        <p:spPr>
          <a:xfrm>
            <a:off x="2395728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1376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2976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7024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07024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78624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20574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já geram código funcional — mas com qualidade variável.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Alucinações: implementações passam em testes superficiais sem cumprir o requisito real.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na geração automática exige validação — sobretudo em software crítico.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validar, de forma confiável, o código gerado por LLM?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dois cenários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pipeline TDD com validação final por CUA gera código mais correto que a geração direta com LLM?”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geração direta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0632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30632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— TDD + validação por CUA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45262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testes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5262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0" y="45262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EAE7E0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4108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52560" y="45262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9052560" y="4526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CUA entra só na etapa final — valida o comportamento como um usuário real.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011680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95728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6" name="Text 4"/>
          <p:cNvSpPr/>
          <p:nvPr/>
        </p:nvSpPr>
        <p:spPr>
          <a:xfrm>
            <a:off x="2395728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1376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2976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7024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07024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78624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CUA é o avaliador final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" y="2011680"/>
            <a:ext cx="64008" cy="22860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parte central — problemático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468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não-determinismo (visão, múltiplas etapas)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 atribuir o erro: gerador? avaliador?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quando há código, testes e CI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2011680"/>
            <a:ext cx="6400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avaliador final — adequado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468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usuário real (caixa-preta)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divergências semânticas que os testes do próprio pipeline não cobrem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torna a interação pela interface natural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011680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95728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6" name="Text 4"/>
          <p:cNvSpPr/>
          <p:nvPr/>
        </p:nvSpPr>
        <p:spPr>
          <a:xfrm>
            <a:off x="2395728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1376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2976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7024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07024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78624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Trajetória até aqui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85800" y="237744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CUAs e Agent Skills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0440" y="237744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v1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pipeline (hello-world)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5216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5080" y="237744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v2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separadas + aprovação humana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89720" y="23774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 v3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 CUA validando uma web app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011680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95728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2395728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1376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2976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7024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907024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78624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estou: pipeline rodando end-to-end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205740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v3 executa o ciclo completo: spec-writer → coder → CUA, com gate humano entre as etapas.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CUA navega a página como usuário real e emite um veredito por critério (passou / falhou + evidência).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atual: aplicação web de tarefas (CRUD) gerada e validada pelo pipeline.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geração + validação comportamental já funciona de ponta a ponta.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011680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95728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2395728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67328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1376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9" name="Text 7"/>
          <p:cNvSpPr/>
          <p:nvPr/>
        </p:nvSpPr>
        <p:spPr>
          <a:xfrm>
            <a:off x="4151376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2976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07024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E7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07024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78624" y="3840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404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20574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demo: gerar o formulário de solicitação de verba/auxílio (docentes e alunos) com um pipeline orquestrador mais maduro.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 como verificador final na página, dando feedback como se fosse um usuário usando o sistema.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aceitação automatizados gerados para o sistema.</a:t>
            </a:r>
            <a:endParaRPr lang="en-US" sz="18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seguida: o experimento comparativo — 10 a 20 requisitos, baseline vs. experimental.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Contribuição esperada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82296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AB0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pipeline TDD com validação final por CUA gera código mais correto que a geração direta com LLM?”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empírica: o CUA detecta falhas semânticas que escapam ao TDD gerado pelo próprio pipeline?</a:t>
            </a:r>
            <a:endParaRPr lang="en-US" sz="1800" dirty="0"/>
          </a:p>
          <a:p>
            <a:pPr algn="l" marL="228600" indent="-2286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 dos tipos de erro que cada abordagem captura — ou deixa passar.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educg550@usp.br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Cruz Guedes · NUSP 13672752 · IME-USP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Progresso 50%  ·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TCC 50% - Pipeline TDD + CUA</dc:title>
  <dc:subject>PptxGenJS Presentation</dc:subject>
  <dc:creator>Eduardo Cruz Guedes</dc:creator>
  <cp:lastModifiedBy>Eduardo Cruz Guedes</cp:lastModifiedBy>
  <cp:revision>1</cp:revision>
  <dcterms:created xsi:type="dcterms:W3CDTF">2026-06-26T20:11:23Z</dcterms:created>
  <dcterms:modified xsi:type="dcterms:W3CDTF">2026-06-26T20:11:23Z</dcterms:modified>
</cp:coreProperties>
</file>